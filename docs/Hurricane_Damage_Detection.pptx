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2E59"/>
                </a:solidFill>
              </a:rPr>
              <a:t>Post-Hurricane Building Damage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</a:rPr>
              <a:t>Comparing CNN Architectures on Satellite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B2E59"/>
                </a:solidFill>
              </a:rPr>
              <a:t>5800 ML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Problem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Binary classification: damage vs no_damage on Hurricane Harvey satellite 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Motivation: rapid post-disaster damage assessment from satellite imagery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Manual inspection too slow at city-scale  automate with CNNs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Source: Kaggle  kmader/satellite-images-of-hurricane-damage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128x128 RGB tiles  binary labels (damage / no_damage)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10k train / 2k val / 2k balanced test / 9k imbalanced test (8:1)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Imbalanced split tests robustness under realistic class 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</a:rPr>
              <a:t>Class counts (damage / no_damage)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onsolas"/>
              </a:rPr>
              <a:t>Train_another:        5000 / 5000</a:t>
            </a:r>
          </a:p>
          <a:p>
            <a:r>
              <a:rPr sz="1400">
                <a:solidFill>
                  <a:srgbClr val="555555"/>
                </a:solidFill>
                <a:latin typeface="Consolas"/>
              </a:rPr>
              <a:t>Validation_another:   1000 / 1000</a:t>
            </a:r>
          </a:p>
          <a:p>
            <a:r>
              <a:rPr sz="1400">
                <a:solidFill>
                  <a:srgbClr val="555555"/>
                </a:solidFill>
                <a:latin typeface="Consolas"/>
              </a:rPr>
              <a:t>Test (balanced):      1000 / 1000</a:t>
            </a:r>
          </a:p>
          <a:p>
            <a:r>
              <a:rPr sz="1400">
                <a:solidFill>
                  <a:srgbClr val="555555"/>
                </a:solidFill>
                <a:latin typeface="Consolas"/>
              </a:rPr>
              <a:t>Test_another (imbal): 8000 / 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Baseline + transfer learning +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Models compared: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    SimpleCNN  4-block CNN trained from scratch (~0.4M params)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    ResNet18  ImageNet pretrained, head replaced (~11M)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    EfficientNet-B0  ImageNet pretrained (~4M)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    MobileNetV3-Small  ImageNet pretrained (~1.5M)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Training: AdamW + Cosine LR, light augmentation (flips, rotation, color jitter)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Selection: best validation accuracy checkpoint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Evaluation on both balanced and imbalanced test sets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  Interpretability: Grad-CAM on the best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Pretrained backbones converge in 2-3 epochs; SimpleCNN needs more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898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Note: pretrained models trained for 5 epochs (already plateaued); SimpleCNN trained for 8 epochs to give the from-scratch baseline a fair 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Results  Balanced Test (n=2000)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71"/>
                <a:gridCol w="783771"/>
                <a:gridCol w="783771"/>
                <a:gridCol w="783771"/>
                <a:gridCol w="783771"/>
                <a:gridCol w="783771"/>
                <a:gridCol w="783774"/>
              </a:tblGrid>
              <a:tr h="475488">
                <a:tc>
                  <a:txBody>
                    <a:bodyPr/>
                    <a:lstStyle/>
                    <a:p>
                      <a:r>
                        <a:rPr b="1"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Params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simplecnn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436,258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resnet18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11,177,538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efficientnet_b0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4,010,110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mobilenet_v3_small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1,519,906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roc_test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4673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2E59"/>
                </a:solidFill>
              </a:rPr>
              <a:t>EfficientNet-B0 wins: 99.55% acc, F1 = 0.9955, AUC = 0.99986.
All pretrained models &gt; 98.8%; SimpleCNN baseline is solid at 97.05%.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Class Imbalance Stress Test  test_another (8:1, n=9000)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r>
                        <a:rPr b="1"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AUC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simplecnn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0.9968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resnet18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efficientnet_b0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0.9997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mobilenet_v3_small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0.9987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roc_test_un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4673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93192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  Pretrained models stay above 98% accuracy under 8:1 skew.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  Precision rises (rare false alarms) while recall stays high.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  ROC-AUC &gt; 0.998 for all transfer-learning models.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  Conclusion: models are robust to realistic class imbalance.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Grad-CAM  What does the best model look 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EfficientNet-B0 attention overlays on test_balanced examples</a:t>
            </a:r>
          </a:p>
        </p:txBody>
      </p:sp>
      <p:pic>
        <p:nvPicPr>
          <p:cNvPr id="4" name="Picture 3" descr="gradcam_best_efficientnet_b0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5806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Top row: correct predictions (damage / no_damage). Bottom row: FN  missed damage (model still attends to the right area but with low confidence) and FP  false alarms.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Grad-CAM  CNN from scratch (SimpleCNN)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From-scratch baseline on the same test_balanced examples (correct / FN / FP)</a:t>
            </a:r>
          </a:p>
        </p:txBody>
      </p:sp>
      <p:pic>
        <p:nvPicPr>
          <p:cNvPr id="4" name="Picture 3" descr="gradcam_simplecn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5806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Top row: correct predictions. Bottom row: FN  missed damage and FP  false alarms. Compared with EfficientNet-B0, heatmaps are noisier and more diffuse, attention leaks to background/edges, and FN/FP confidences hover near the decision boundary  consistent with SimpleCNN's ~2.5-pt accuracy gap on the balanced test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59"/>
                </a:solidFill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Transfer learning beats from-scratch CNN even on a fairly large (10k) dataset.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EfficientNet-B0 gives the best F1 (0.9955) with only 4M parameters.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All pretrained models generalize cleanly to an 8:1 imbalanced test set.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Grad-CAM confirms attention concentrates on damaged structures, not background.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Future work: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    Multi-class severity prediction (minor / moderate / severe)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    Building-level segmentation with U-Net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</a:rPr>
              <a:t>      Cross-disaster generalization (Hurricane Maria, Irma)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